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019" r:id="rId2"/>
    <p:sldId id="6020" r:id="rId3"/>
    <p:sldId id="6021" r:id="rId4"/>
    <p:sldId id="6022" r:id="rId5"/>
    <p:sldId id="6023" r:id="rId6"/>
    <p:sldId id="6024" r:id="rId7"/>
    <p:sldId id="6026" r:id="rId8"/>
    <p:sldId id="6029" r:id="rId9"/>
    <p:sldId id="6030" r:id="rId10"/>
    <p:sldId id="602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3656C-91BA-47D1-8D68-A79878308B27}" v="4" dt="2026-07-16T02:15:08.459"/>
    <p1510:client id="{20167A59-FB84-4FFF-BAD4-9A3CE3794861}" v="2" dt="2026-07-16T15:57:26.763"/>
    <p1510:client id="{81F19C8F-E6CA-4DE0-8647-008F8961062E}" v="2" dt="2026-07-16T16:18:06.334"/>
    <p1510:client id="{B54FC0F9-7947-4160-945A-278C093B24A8}" v="12" dt="2026-07-16T02:06:52.528"/>
    <p1510:client id="{D51B3B3B-9871-4CF9-A284-665519010EBB}" v="3" dt="2026-07-16T16:05:10.600"/>
    <p1510:client id="{FC046DCD-FF5B-4F25-A883-3838A5256A37}" v="31" dt="2026-07-16T01:51:4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u, Ajit Ranjan" userId="c3eb4cac-a7dd-4914-a958-2989a9f8b92f" providerId="ADAL" clId="{F06A9C37-2D74-45CB-B54D-6D5A277E31EA}"/>
    <pc:docChg chg="undo custSel addSld delSld modSld sldOrd modMainMaster">
      <pc:chgData name="Sahu, Ajit Ranjan" userId="c3eb4cac-a7dd-4914-a958-2989a9f8b92f" providerId="ADAL" clId="{F06A9C37-2D74-45CB-B54D-6D5A277E31EA}" dt="2026-07-16T16:18:15.847" v="734" actId="20577"/>
      <pc:docMkLst>
        <pc:docMk/>
      </pc:docMkLst>
      <pc:sldChg chg="modSp mod">
        <pc:chgData name="Sahu, Ajit Ranjan" userId="c3eb4cac-a7dd-4914-a958-2989a9f8b92f" providerId="ADAL" clId="{F06A9C37-2D74-45CB-B54D-6D5A277E31EA}" dt="2026-07-16T16:04:19.170" v="635" actId="27636"/>
        <pc:sldMkLst>
          <pc:docMk/>
          <pc:sldMk cId="3871798507" sldId="6019"/>
        </pc:sldMkLst>
        <pc:spChg chg="mod">
          <ac:chgData name="Sahu, Ajit Ranjan" userId="c3eb4cac-a7dd-4914-a958-2989a9f8b92f" providerId="ADAL" clId="{F06A9C37-2D74-45CB-B54D-6D5A277E31EA}" dt="2026-07-16T16:04:19.170" v="635" actId="27636"/>
          <ac:spMkLst>
            <pc:docMk/>
            <pc:sldMk cId="3871798507" sldId="6019"/>
            <ac:spMk id="2" creationId="{3C87E718-87DF-4BA8-8071-FB37CA6CE3C8}"/>
          </ac:spMkLst>
        </pc:spChg>
      </pc:sldChg>
      <pc:sldChg chg="addSp delSp modSp add mod">
        <pc:chgData name="Sahu, Ajit Ranjan" userId="c3eb4cac-a7dd-4914-a958-2989a9f8b92f" providerId="ADAL" clId="{F06A9C37-2D74-45CB-B54D-6D5A277E31EA}" dt="2026-07-16T16:08:01.572" v="693" actId="313"/>
        <pc:sldMkLst>
          <pc:docMk/>
          <pc:sldMk cId="2943148101" sldId="6020"/>
        </pc:sldMkLst>
        <pc:spChg chg="mod">
          <ac:chgData name="Sahu, Ajit Ranjan" userId="c3eb4cac-a7dd-4914-a958-2989a9f8b92f" providerId="ADAL" clId="{F06A9C37-2D74-45CB-B54D-6D5A277E31EA}" dt="2026-07-15T22:09:08.487" v="1"/>
          <ac:spMkLst>
            <pc:docMk/>
            <pc:sldMk cId="2943148101" sldId="6020"/>
            <ac:spMk id="2" creationId="{DF026677-D002-F480-47CC-F9DCB05CDA19}"/>
          </ac:spMkLst>
        </pc:spChg>
        <pc:spChg chg="mod">
          <ac:chgData name="Sahu, Ajit Ranjan" userId="c3eb4cac-a7dd-4914-a958-2989a9f8b92f" providerId="ADAL" clId="{F06A9C37-2D74-45CB-B54D-6D5A277E31EA}" dt="2026-07-16T01:04:35.169" v="8"/>
          <ac:spMkLst>
            <pc:docMk/>
            <pc:sldMk cId="2943148101" sldId="6020"/>
            <ac:spMk id="6" creationId="{E05F59D0-B306-584E-04E6-58D3C8F92676}"/>
          </ac:spMkLst>
        </pc:spChg>
        <pc:spChg chg="add del mod">
          <ac:chgData name="Sahu, Ajit Ranjan" userId="c3eb4cac-a7dd-4914-a958-2989a9f8b92f" providerId="ADAL" clId="{F06A9C37-2D74-45CB-B54D-6D5A277E31EA}" dt="2026-07-16T16:08:01.572" v="693" actId="313"/>
          <ac:spMkLst>
            <pc:docMk/>
            <pc:sldMk cId="2943148101" sldId="6020"/>
            <ac:spMk id="8" creationId="{7A5534A1-D3FB-E939-E01F-698067BA3E05}"/>
          </ac:spMkLst>
        </pc:spChg>
        <pc:spChg chg="add mod">
          <ac:chgData name="Sahu, Ajit Ranjan" userId="c3eb4cac-a7dd-4914-a958-2989a9f8b92f" providerId="ADAL" clId="{F06A9C37-2D74-45CB-B54D-6D5A277E31EA}" dt="2026-07-16T02:07:13.383" v="391" actId="108"/>
          <ac:spMkLst>
            <pc:docMk/>
            <pc:sldMk cId="2943148101" sldId="6020"/>
            <ac:spMk id="11" creationId="{76E3BEC6-FAF2-28F8-5A94-58D11633FD43}"/>
          </ac:spMkLst>
        </pc:spChg>
      </pc:sldChg>
      <pc:sldChg chg="modSp add mod">
        <pc:chgData name="Sahu, Ajit Ranjan" userId="c3eb4cac-a7dd-4914-a958-2989a9f8b92f" providerId="ADAL" clId="{F06A9C37-2D74-45CB-B54D-6D5A277E31EA}" dt="2026-07-16T16:17:36.904" v="704" actId="20577"/>
        <pc:sldMkLst>
          <pc:docMk/>
          <pc:sldMk cId="4221270114" sldId="6021"/>
        </pc:sldMkLst>
        <pc:spChg chg="mod">
          <ac:chgData name="Sahu, Ajit Ranjan" userId="c3eb4cac-a7dd-4914-a958-2989a9f8b92f" providerId="ADAL" clId="{F06A9C37-2D74-45CB-B54D-6D5A277E31EA}" dt="2026-07-16T16:17:36.904" v="704" actId="20577"/>
          <ac:spMkLst>
            <pc:docMk/>
            <pc:sldMk cId="4221270114" sldId="6021"/>
            <ac:spMk id="6" creationId="{CAF316A1-4954-7FBC-5CA4-5773D2C0C7FB}"/>
          </ac:spMkLst>
        </pc:spChg>
        <pc:spChg chg="mod">
          <ac:chgData name="Sahu, Ajit Ranjan" userId="c3eb4cac-a7dd-4914-a958-2989a9f8b92f" providerId="ADAL" clId="{F06A9C37-2D74-45CB-B54D-6D5A277E31EA}" dt="2026-07-16T16:02:14.275" v="622" actId="1076"/>
          <ac:spMkLst>
            <pc:docMk/>
            <pc:sldMk cId="4221270114" sldId="6021"/>
            <ac:spMk id="8" creationId="{2680BDE5-9211-A802-2F6E-0CABBFD4B001}"/>
          </ac:spMkLst>
        </pc:spChg>
      </pc:sldChg>
      <pc:sldChg chg="addSp modSp add mod">
        <pc:chgData name="Sahu, Ajit Ranjan" userId="c3eb4cac-a7dd-4914-a958-2989a9f8b92f" providerId="ADAL" clId="{F06A9C37-2D74-45CB-B54D-6D5A277E31EA}" dt="2026-07-16T16:18:15.847" v="734" actId="20577"/>
        <pc:sldMkLst>
          <pc:docMk/>
          <pc:sldMk cId="1577124127" sldId="6022"/>
        </pc:sldMkLst>
        <pc:spChg chg="add mod">
          <ac:chgData name="Sahu, Ajit Ranjan" userId="c3eb4cac-a7dd-4914-a958-2989a9f8b92f" providerId="ADAL" clId="{F06A9C37-2D74-45CB-B54D-6D5A277E31EA}" dt="2026-07-16T16:18:15.847" v="734" actId="20577"/>
          <ac:spMkLst>
            <pc:docMk/>
            <pc:sldMk cId="1577124127" sldId="6022"/>
            <ac:spMk id="2" creationId="{2EF1D7A0-AFF3-A706-7D58-EF7791E66657}"/>
          </ac:spMkLst>
        </pc:spChg>
        <pc:spChg chg="mod">
          <ac:chgData name="Sahu, Ajit Ranjan" userId="c3eb4cac-a7dd-4914-a958-2989a9f8b92f" providerId="ADAL" clId="{F06A9C37-2D74-45CB-B54D-6D5A277E31EA}" dt="2026-07-16T01:23:39.629" v="19"/>
          <ac:spMkLst>
            <pc:docMk/>
            <pc:sldMk cId="1577124127" sldId="6022"/>
            <ac:spMk id="6" creationId="{5CDCA1B5-88E3-864E-7D28-D7ABEAD3CF82}"/>
          </ac:spMkLst>
        </pc:spChg>
        <pc:spChg chg="mod">
          <ac:chgData name="Sahu, Ajit Ranjan" userId="c3eb4cac-a7dd-4914-a958-2989a9f8b92f" providerId="ADAL" clId="{F06A9C37-2D74-45CB-B54D-6D5A277E31EA}" dt="2026-07-16T16:02:20.383" v="623" actId="255"/>
          <ac:spMkLst>
            <pc:docMk/>
            <pc:sldMk cId="1577124127" sldId="6022"/>
            <ac:spMk id="8" creationId="{0CE421D8-3088-B39D-612A-B78C91ABB668}"/>
          </ac:spMkLst>
        </pc:spChg>
      </pc:sldChg>
      <pc:sldChg chg="addSp delSp modSp add mod">
        <pc:chgData name="Sahu, Ajit Ranjan" userId="c3eb4cac-a7dd-4914-a958-2989a9f8b92f" providerId="ADAL" clId="{F06A9C37-2D74-45CB-B54D-6D5A277E31EA}" dt="2026-07-16T16:02:25.445" v="624" actId="255"/>
        <pc:sldMkLst>
          <pc:docMk/>
          <pc:sldMk cId="4087044803" sldId="6023"/>
        </pc:sldMkLst>
        <pc:spChg chg="add mod">
          <ac:chgData name="Sahu, Ajit Ranjan" userId="c3eb4cac-a7dd-4914-a958-2989a9f8b92f" providerId="ADAL" clId="{F06A9C37-2D74-45CB-B54D-6D5A277E31EA}" dt="2026-07-16T02:06:13.326" v="385" actId="108"/>
          <ac:spMkLst>
            <pc:docMk/>
            <pc:sldMk cId="4087044803" sldId="6023"/>
            <ac:spMk id="2" creationId="{70112936-A224-6F51-D363-86DC6C153BEC}"/>
          </ac:spMkLst>
        </pc:spChg>
        <pc:spChg chg="del mod">
          <ac:chgData name="Sahu, Ajit Ranjan" userId="c3eb4cac-a7dd-4914-a958-2989a9f8b92f" providerId="ADAL" clId="{F06A9C37-2D74-45CB-B54D-6D5A277E31EA}" dt="2026-07-16T02:04:29.185" v="348" actId="478"/>
          <ac:spMkLst>
            <pc:docMk/>
            <pc:sldMk cId="4087044803" sldId="6023"/>
            <ac:spMk id="6" creationId="{087C9267-989E-561C-E452-0C5FC3A4D48C}"/>
          </ac:spMkLst>
        </pc:spChg>
        <pc:spChg chg="mod">
          <ac:chgData name="Sahu, Ajit Ranjan" userId="c3eb4cac-a7dd-4914-a958-2989a9f8b92f" providerId="ADAL" clId="{F06A9C37-2D74-45CB-B54D-6D5A277E31EA}" dt="2026-07-16T16:02:25.445" v="624" actId="255"/>
          <ac:spMkLst>
            <pc:docMk/>
            <pc:sldMk cId="4087044803" sldId="6023"/>
            <ac:spMk id="8" creationId="{426855A7-F134-9D22-599D-55EEDABFE987}"/>
          </ac:spMkLst>
        </pc:spChg>
        <pc:graphicFrameChg chg="add mod">
          <ac:chgData name="Sahu, Ajit Ranjan" userId="c3eb4cac-a7dd-4914-a958-2989a9f8b92f" providerId="ADAL" clId="{F06A9C37-2D74-45CB-B54D-6D5A277E31EA}" dt="2026-07-16T02:04:08.238" v="343"/>
          <ac:graphicFrameMkLst>
            <pc:docMk/>
            <pc:sldMk cId="4087044803" sldId="6023"/>
            <ac:graphicFrameMk id="3" creationId="{5E0D21DF-6E6C-54C9-91D4-AE5C46DBD295}"/>
          </ac:graphicFrameMkLst>
        </pc:graphicFrameChg>
        <pc:graphicFrameChg chg="add mod modGraphic">
          <ac:chgData name="Sahu, Ajit Ranjan" userId="c3eb4cac-a7dd-4914-a958-2989a9f8b92f" providerId="ADAL" clId="{F06A9C37-2D74-45CB-B54D-6D5A277E31EA}" dt="2026-07-16T02:05:42.493" v="381" actId="20577"/>
          <ac:graphicFrameMkLst>
            <pc:docMk/>
            <pc:sldMk cId="4087044803" sldId="6023"/>
            <ac:graphicFrameMk id="4" creationId="{05866B63-E9AA-4B54-332F-21C197BC2EB4}"/>
          </ac:graphicFrameMkLst>
        </pc:graphicFrameChg>
      </pc:sldChg>
      <pc:sldChg chg="modSp add mod">
        <pc:chgData name="Sahu, Ajit Ranjan" userId="c3eb4cac-a7dd-4914-a958-2989a9f8b92f" providerId="ADAL" clId="{F06A9C37-2D74-45CB-B54D-6D5A277E31EA}" dt="2026-07-16T16:02:30.493" v="625" actId="255"/>
        <pc:sldMkLst>
          <pc:docMk/>
          <pc:sldMk cId="2702063485" sldId="6024"/>
        </pc:sldMkLst>
        <pc:spChg chg="mod">
          <ac:chgData name="Sahu, Ajit Ranjan" userId="c3eb4cac-a7dd-4914-a958-2989a9f8b92f" providerId="ADAL" clId="{F06A9C37-2D74-45CB-B54D-6D5A277E31EA}" dt="2026-07-16T02:15:27.758" v="539" actId="108"/>
          <ac:spMkLst>
            <pc:docMk/>
            <pc:sldMk cId="2702063485" sldId="6024"/>
            <ac:spMk id="6" creationId="{5DD04A74-BD15-3DD4-43FF-30279B8905E2}"/>
          </ac:spMkLst>
        </pc:spChg>
        <pc:spChg chg="mod">
          <ac:chgData name="Sahu, Ajit Ranjan" userId="c3eb4cac-a7dd-4914-a958-2989a9f8b92f" providerId="ADAL" clId="{F06A9C37-2D74-45CB-B54D-6D5A277E31EA}" dt="2026-07-16T16:02:30.493" v="625" actId="255"/>
          <ac:spMkLst>
            <pc:docMk/>
            <pc:sldMk cId="2702063485" sldId="6024"/>
            <ac:spMk id="8" creationId="{37E421B0-E5E8-25C2-5A52-0CADD63E1FB7}"/>
          </ac:spMkLst>
        </pc:spChg>
      </pc:sldChg>
      <pc:sldChg chg="modSp add mod">
        <pc:chgData name="Sahu, Ajit Ranjan" userId="c3eb4cac-a7dd-4914-a958-2989a9f8b92f" providerId="ADAL" clId="{F06A9C37-2D74-45CB-B54D-6D5A277E31EA}" dt="2026-07-16T16:04:19.170" v="634" actId="27636"/>
        <pc:sldMkLst>
          <pc:docMk/>
          <pc:sldMk cId="2900128666" sldId="6025"/>
        </pc:sldMkLst>
        <pc:spChg chg="mod">
          <ac:chgData name="Sahu, Ajit Ranjan" userId="c3eb4cac-a7dd-4914-a958-2989a9f8b92f" providerId="ADAL" clId="{F06A9C37-2D74-45CB-B54D-6D5A277E31EA}" dt="2026-07-16T16:02:45.232" v="628" actId="255"/>
          <ac:spMkLst>
            <pc:docMk/>
            <pc:sldMk cId="2900128666" sldId="6025"/>
            <ac:spMk id="8" creationId="{265B9118-44DD-AE0D-0C5A-39C7D7F8CDBC}"/>
          </ac:spMkLst>
        </pc:spChg>
        <pc:spChg chg="mod">
          <ac:chgData name="Sahu, Ajit Ranjan" userId="c3eb4cac-a7dd-4914-a958-2989a9f8b92f" providerId="ADAL" clId="{F06A9C37-2D74-45CB-B54D-6D5A277E31EA}" dt="2026-07-16T16:04:19.170" v="634" actId="27636"/>
          <ac:spMkLst>
            <pc:docMk/>
            <pc:sldMk cId="2900128666" sldId="6025"/>
            <ac:spMk id="10" creationId="{4FB1E871-00A4-9430-3A07-ED752E4F0018}"/>
          </ac:spMkLst>
        </pc:spChg>
      </pc:sldChg>
      <pc:sldChg chg="addSp delSp modSp add mod ord">
        <pc:chgData name="Sahu, Ajit Ranjan" userId="c3eb4cac-a7dd-4914-a958-2989a9f8b92f" providerId="ADAL" clId="{F06A9C37-2D74-45CB-B54D-6D5A277E31EA}" dt="2026-07-16T16:02:35.120" v="626" actId="255"/>
        <pc:sldMkLst>
          <pc:docMk/>
          <pc:sldMk cId="4100417498" sldId="6026"/>
        </pc:sldMkLst>
        <pc:spChg chg="add del">
          <ac:chgData name="Sahu, Ajit Ranjan" userId="c3eb4cac-a7dd-4914-a958-2989a9f8b92f" providerId="ADAL" clId="{F06A9C37-2D74-45CB-B54D-6D5A277E31EA}" dt="2026-07-16T15:48:02.868" v="542" actId="22"/>
          <ac:spMkLst>
            <pc:docMk/>
            <pc:sldMk cId="4100417498" sldId="6026"/>
            <ac:spMk id="4" creationId="{EBBC367C-17EC-601A-2F07-4A9A6EE935C6}"/>
          </ac:spMkLst>
        </pc:spChg>
        <pc:spChg chg="mod">
          <ac:chgData name="Sahu, Ajit Ranjan" userId="c3eb4cac-a7dd-4914-a958-2989a9f8b92f" providerId="ADAL" clId="{F06A9C37-2D74-45CB-B54D-6D5A277E31EA}" dt="2026-07-16T16:02:35.120" v="626" actId="255"/>
          <ac:spMkLst>
            <pc:docMk/>
            <pc:sldMk cId="4100417498" sldId="6026"/>
            <ac:spMk id="8" creationId="{EB2A3E0D-68B9-076C-C2E7-316D669E2090}"/>
          </ac:spMkLst>
        </pc:spChg>
        <pc:picChg chg="del">
          <ac:chgData name="Sahu, Ajit Ranjan" userId="c3eb4cac-a7dd-4914-a958-2989a9f8b92f" providerId="ADAL" clId="{F06A9C37-2D74-45CB-B54D-6D5A277E31EA}" dt="2026-07-16T15:48:00.600" v="540" actId="478"/>
          <ac:picMkLst>
            <pc:docMk/>
            <pc:sldMk cId="4100417498" sldId="6026"/>
            <ac:picMk id="3" creationId="{63FBF3D4-8605-C7FE-3641-7FC14B913492}"/>
          </ac:picMkLst>
        </pc:picChg>
        <pc:picChg chg="add mod">
          <ac:chgData name="Sahu, Ajit Ranjan" userId="c3eb4cac-a7dd-4914-a958-2989a9f8b92f" providerId="ADAL" clId="{F06A9C37-2D74-45CB-B54D-6D5A277E31EA}" dt="2026-07-16T15:48:22.269" v="548" actId="14100"/>
          <ac:picMkLst>
            <pc:docMk/>
            <pc:sldMk cId="4100417498" sldId="6026"/>
            <ac:picMk id="6" creationId="{2ED1458B-536A-51C8-D8F6-CC5B0BEC2B24}"/>
          </ac:picMkLst>
        </pc:picChg>
      </pc:sldChg>
      <pc:sldChg chg="add">
        <pc:chgData name="Sahu, Ajit Ranjan" userId="c3eb4cac-a7dd-4914-a958-2989a9f8b92f" providerId="ADAL" clId="{F06A9C37-2D74-45CB-B54D-6D5A277E31EA}" dt="2026-07-15T22:12:52.849" v="6"/>
        <pc:sldMkLst>
          <pc:docMk/>
          <pc:sldMk cId="2990284048" sldId="6027"/>
        </pc:sldMkLst>
      </pc:sldChg>
      <pc:sldChg chg="add">
        <pc:chgData name="Sahu, Ajit Ranjan" userId="c3eb4cac-a7dd-4914-a958-2989a9f8b92f" providerId="ADAL" clId="{F06A9C37-2D74-45CB-B54D-6D5A277E31EA}" dt="2026-07-15T22:12:52.849" v="6"/>
        <pc:sldMkLst>
          <pc:docMk/>
          <pc:sldMk cId="199841259" sldId="6028"/>
        </pc:sldMkLst>
      </pc:sldChg>
      <pc:sldChg chg="addSp delSp modSp add mod">
        <pc:chgData name="Sahu, Ajit Ranjan" userId="c3eb4cac-a7dd-4914-a958-2989a9f8b92f" providerId="ADAL" clId="{F06A9C37-2D74-45CB-B54D-6D5A277E31EA}" dt="2026-07-16T16:04:12.222" v="631" actId="22"/>
        <pc:sldMkLst>
          <pc:docMk/>
          <pc:sldMk cId="125816351" sldId="6029"/>
        </pc:sldMkLst>
        <pc:spChg chg="add del">
          <ac:chgData name="Sahu, Ajit Ranjan" userId="c3eb4cac-a7dd-4914-a958-2989a9f8b92f" providerId="ADAL" clId="{F06A9C37-2D74-45CB-B54D-6D5A277E31EA}" dt="2026-07-16T16:04:08.837" v="630" actId="22"/>
          <ac:spMkLst>
            <pc:docMk/>
            <pc:sldMk cId="125816351" sldId="6029"/>
            <ac:spMk id="4" creationId="{96EB9443-49D9-8443-0E3D-DB5667008B6C}"/>
          </ac:spMkLst>
        </pc:spChg>
        <pc:spChg chg="add">
          <ac:chgData name="Sahu, Ajit Ranjan" userId="c3eb4cac-a7dd-4914-a958-2989a9f8b92f" providerId="ADAL" clId="{F06A9C37-2D74-45CB-B54D-6D5A277E31EA}" dt="2026-07-16T16:04:12.222" v="631" actId="22"/>
          <ac:spMkLst>
            <pc:docMk/>
            <pc:sldMk cId="125816351" sldId="6029"/>
            <ac:spMk id="6" creationId="{634EDEDE-4280-A862-6DC8-94544BFB4F56}"/>
          </ac:spMkLst>
        </pc:spChg>
        <pc:spChg chg="mod">
          <ac:chgData name="Sahu, Ajit Ranjan" userId="c3eb4cac-a7dd-4914-a958-2989a9f8b92f" providerId="ADAL" clId="{F06A9C37-2D74-45CB-B54D-6D5A277E31EA}" dt="2026-07-16T16:02:41.037" v="627" actId="255"/>
          <ac:spMkLst>
            <pc:docMk/>
            <pc:sldMk cId="125816351" sldId="6029"/>
            <ac:spMk id="8" creationId="{0F08C2A4-3DAA-3B5E-409C-E27D97C75341}"/>
          </ac:spMkLst>
        </pc:spChg>
        <pc:picChg chg="add mod">
          <ac:chgData name="Sahu, Ajit Ranjan" userId="c3eb4cac-a7dd-4914-a958-2989a9f8b92f" providerId="ADAL" clId="{F06A9C37-2D74-45CB-B54D-6D5A277E31EA}" dt="2026-07-16T15:50:04.714" v="568" actId="14100"/>
          <ac:picMkLst>
            <pc:docMk/>
            <pc:sldMk cId="125816351" sldId="6029"/>
            <ac:picMk id="3" creationId="{EE319EEA-97E7-5963-1315-FF448861AD2D}"/>
          </ac:picMkLst>
        </pc:picChg>
        <pc:picChg chg="del mod">
          <ac:chgData name="Sahu, Ajit Ranjan" userId="c3eb4cac-a7dd-4914-a958-2989a9f8b92f" providerId="ADAL" clId="{F06A9C37-2D74-45CB-B54D-6D5A277E31EA}" dt="2026-07-16T15:48:32.180" v="550" actId="478"/>
          <ac:picMkLst>
            <pc:docMk/>
            <pc:sldMk cId="125816351" sldId="6029"/>
            <ac:picMk id="4" creationId="{B21DF733-AFE5-FC4C-4F36-ADEB1083021E}"/>
          </ac:picMkLst>
        </pc:picChg>
        <pc:picChg chg="del">
          <ac:chgData name="Sahu, Ajit Ranjan" userId="c3eb4cac-a7dd-4914-a958-2989a9f8b92f" providerId="ADAL" clId="{F06A9C37-2D74-45CB-B54D-6D5A277E31EA}" dt="2026-07-16T15:48:32.180" v="550" actId="478"/>
          <ac:picMkLst>
            <pc:docMk/>
            <pc:sldMk cId="125816351" sldId="6029"/>
            <ac:picMk id="6" creationId="{7C7BB004-8FEF-4A08-FCD0-5113656A3865}"/>
          </ac:picMkLst>
        </pc:picChg>
        <pc:picChg chg="add mod">
          <ac:chgData name="Sahu, Ajit Ranjan" userId="c3eb4cac-a7dd-4914-a958-2989a9f8b92f" providerId="ADAL" clId="{F06A9C37-2D74-45CB-B54D-6D5A277E31EA}" dt="2026-07-16T15:50:07.066" v="569" actId="14100"/>
          <ac:picMkLst>
            <pc:docMk/>
            <pc:sldMk cId="125816351" sldId="6029"/>
            <ac:picMk id="7" creationId="{F8AC8E26-65DC-6BEE-B96D-209A876F0C76}"/>
          </ac:picMkLst>
        </pc:picChg>
      </pc:sldChg>
      <pc:sldChg chg="addSp modSp add mod">
        <pc:chgData name="Sahu, Ajit Ranjan" userId="c3eb4cac-a7dd-4914-a958-2989a9f8b92f" providerId="ADAL" clId="{F06A9C37-2D74-45CB-B54D-6D5A277E31EA}" dt="2026-07-16T16:17:48.919" v="705" actId="20577"/>
        <pc:sldMkLst>
          <pc:docMk/>
          <pc:sldMk cId="1514834295" sldId="6030"/>
        </pc:sldMkLst>
        <pc:spChg chg="add mod">
          <ac:chgData name="Sahu, Ajit Ranjan" userId="c3eb4cac-a7dd-4914-a958-2989a9f8b92f" providerId="ADAL" clId="{F06A9C37-2D74-45CB-B54D-6D5A277E31EA}" dt="2026-07-16T16:06:35.225" v="689" actId="14100"/>
          <ac:spMkLst>
            <pc:docMk/>
            <pc:sldMk cId="1514834295" sldId="6030"/>
            <ac:spMk id="2" creationId="{4BFBE08F-45D1-62E3-9DB2-FAEE48CC97B2}"/>
          </ac:spMkLst>
        </pc:spChg>
        <pc:spChg chg="mod">
          <ac:chgData name="Sahu, Ajit Ranjan" userId="c3eb4cac-a7dd-4914-a958-2989a9f8b92f" providerId="ADAL" clId="{F06A9C37-2D74-45CB-B54D-6D5A277E31EA}" dt="2026-07-16T16:17:48.919" v="705" actId="20577"/>
          <ac:spMkLst>
            <pc:docMk/>
            <pc:sldMk cId="1514834295" sldId="6030"/>
            <ac:spMk id="10" creationId="{9020B018-A1BF-C4D8-48DD-536124685EE4}"/>
          </ac:spMkLst>
        </pc:spChg>
      </pc:sldChg>
      <pc:sldChg chg="modSp add del mod">
        <pc:chgData name="Sahu, Ajit Ranjan" userId="c3eb4cac-a7dd-4914-a958-2989a9f8b92f" providerId="ADAL" clId="{F06A9C37-2D74-45CB-B54D-6D5A277E31EA}" dt="2026-07-16T02:14:33.405" v="535" actId="2696"/>
        <pc:sldMkLst>
          <pc:docMk/>
          <pc:sldMk cId="1767377764" sldId="6030"/>
        </pc:sldMkLst>
        <pc:spChg chg="mod">
          <ac:chgData name="Sahu, Ajit Ranjan" userId="c3eb4cac-a7dd-4914-a958-2989a9f8b92f" providerId="ADAL" clId="{F06A9C37-2D74-45CB-B54D-6D5A277E31EA}" dt="2026-07-16T02:13:45.952" v="498" actId="20577"/>
          <ac:spMkLst>
            <pc:docMk/>
            <pc:sldMk cId="1767377764" sldId="6030"/>
            <ac:spMk id="10" creationId="{454A4823-B180-CC4A-90D2-35E9A7BBC73F}"/>
          </ac:spMkLst>
        </pc:spChg>
      </pc:sldChg>
      <pc:sldChg chg="add del">
        <pc:chgData name="Sahu, Ajit Ranjan" userId="c3eb4cac-a7dd-4914-a958-2989a9f8b92f" providerId="ADAL" clId="{F06A9C37-2D74-45CB-B54D-6D5A277E31EA}" dt="2026-07-16T02:14:33.405" v="535" actId="2696"/>
        <pc:sldMkLst>
          <pc:docMk/>
          <pc:sldMk cId="2575610849" sldId="6031"/>
        </pc:sldMkLst>
      </pc:sldChg>
      <pc:sldMasterChg chg="delSp mod modSldLayout">
        <pc:chgData name="Sahu, Ajit Ranjan" userId="c3eb4cac-a7dd-4914-a958-2989a9f8b92f" providerId="ADAL" clId="{F06A9C37-2D74-45CB-B54D-6D5A277E31EA}" dt="2026-07-16T15:57:46.516" v="577" actId="478"/>
        <pc:sldMasterMkLst>
          <pc:docMk/>
          <pc:sldMasterMk cId="75695573" sldId="2147483648"/>
        </pc:sldMasterMkLst>
        <pc:spChg chg="del">
          <ac:chgData name="Sahu, Ajit Ranjan" userId="c3eb4cac-a7dd-4914-a958-2989a9f8b92f" providerId="ADAL" clId="{F06A9C37-2D74-45CB-B54D-6D5A277E31EA}" dt="2026-07-16T15:56:46.389" v="570" actId="478"/>
          <ac:spMkLst>
            <pc:docMk/>
            <pc:sldMasterMk cId="75695573" sldId="2147483648"/>
            <ac:spMk id="2" creationId="{D2BD6092-894A-1630-85EF-AC08BCF66DF3}"/>
          </ac:spMkLst>
        </pc:spChg>
        <pc:spChg chg="del">
          <ac:chgData name="Sahu, Ajit Ranjan" userId="c3eb4cac-a7dd-4914-a958-2989a9f8b92f" providerId="ADAL" clId="{F06A9C37-2D74-45CB-B54D-6D5A277E31EA}" dt="2026-07-16T15:56:47.988" v="571" actId="478"/>
          <ac:spMkLst>
            <pc:docMk/>
            <pc:sldMasterMk cId="75695573" sldId="2147483648"/>
            <ac:spMk id="3" creationId="{098A3CBA-689D-E698-6B51-FBAF7EFE7DC6}"/>
          </ac:spMkLst>
        </pc:spChg>
        <pc:spChg chg="del">
          <ac:chgData name="Sahu, Ajit Ranjan" userId="c3eb4cac-a7dd-4914-a958-2989a9f8b92f" providerId="ADAL" clId="{F06A9C37-2D74-45CB-B54D-6D5A277E31EA}" dt="2026-07-16T15:56:49.553" v="572" actId="478"/>
          <ac:spMkLst>
            <pc:docMk/>
            <pc:sldMasterMk cId="75695573" sldId="2147483648"/>
            <ac:spMk id="4" creationId="{1731BD37-6C25-74C7-B157-06FA53091BEC}"/>
          </ac:spMkLst>
        </pc:spChg>
        <pc:spChg chg="del">
          <ac:chgData name="Sahu, Ajit Ranjan" userId="c3eb4cac-a7dd-4914-a958-2989a9f8b92f" providerId="ADAL" clId="{F06A9C37-2D74-45CB-B54D-6D5A277E31EA}" dt="2026-07-16T15:56:50.734" v="573" actId="478"/>
          <ac:spMkLst>
            <pc:docMk/>
            <pc:sldMasterMk cId="75695573" sldId="2147483648"/>
            <ac:spMk id="5" creationId="{8D4917B0-DB99-052F-C2BE-B1167C2BF50F}"/>
          </ac:spMkLst>
        </pc:spChg>
        <pc:spChg chg="del">
          <ac:chgData name="Sahu, Ajit Ranjan" userId="c3eb4cac-a7dd-4914-a958-2989a9f8b92f" providerId="ADAL" clId="{F06A9C37-2D74-45CB-B54D-6D5A277E31EA}" dt="2026-07-16T15:56:51.587" v="574" actId="478"/>
          <ac:spMkLst>
            <pc:docMk/>
            <pc:sldMasterMk cId="75695573" sldId="2147483648"/>
            <ac:spMk id="6" creationId="{BDEE4C69-C49E-E747-FCDC-0DF8C28B6CD6}"/>
          </ac:spMkLst>
        </pc:spChg>
        <pc:sldLayoutChg chg="delSp mod">
          <pc:chgData name="Sahu, Ajit Ranjan" userId="c3eb4cac-a7dd-4914-a958-2989a9f8b92f" providerId="ADAL" clId="{F06A9C37-2D74-45CB-B54D-6D5A277E31EA}" dt="2026-07-16T15:57:46.516" v="577" actId="478"/>
          <pc:sldLayoutMkLst>
            <pc:docMk/>
            <pc:sldMasterMk cId="75695573" sldId="2147483648"/>
            <pc:sldLayoutMk cId="2010532664" sldId="2147483660"/>
          </pc:sldLayoutMkLst>
          <pc:spChg chg="del">
            <ac:chgData name="Sahu, Ajit Ranjan" userId="c3eb4cac-a7dd-4914-a958-2989a9f8b92f" providerId="ADAL" clId="{F06A9C37-2D74-45CB-B54D-6D5A277E31EA}" dt="2026-07-16T15:57:44.305" v="575" actId="478"/>
            <ac:spMkLst>
              <pc:docMk/>
              <pc:sldMasterMk cId="75695573" sldId="2147483648"/>
              <pc:sldLayoutMk cId="2010532664" sldId="2147483660"/>
              <ac:spMk id="2" creationId="{00000000-0000-0000-0000-000000000000}"/>
            </ac:spMkLst>
          </pc:spChg>
          <pc:spChg chg="del">
            <ac:chgData name="Sahu, Ajit Ranjan" userId="c3eb4cac-a7dd-4914-a958-2989a9f8b92f" providerId="ADAL" clId="{F06A9C37-2D74-45CB-B54D-6D5A277E31EA}" dt="2026-07-16T15:57:45.458" v="576" actId="478"/>
            <ac:spMkLst>
              <pc:docMk/>
              <pc:sldMasterMk cId="75695573" sldId="2147483648"/>
              <pc:sldLayoutMk cId="2010532664" sldId="2147483660"/>
              <ac:spMk id="3" creationId="{00000000-0000-0000-0000-000000000000}"/>
            </ac:spMkLst>
          </pc:spChg>
          <pc:spChg chg="del">
            <ac:chgData name="Sahu, Ajit Ranjan" userId="c3eb4cac-a7dd-4914-a958-2989a9f8b92f" providerId="ADAL" clId="{F06A9C37-2D74-45CB-B54D-6D5A277E31EA}" dt="2026-07-16T15:57:46.516" v="577" actId="478"/>
            <ac:spMkLst>
              <pc:docMk/>
              <pc:sldMasterMk cId="75695573" sldId="2147483648"/>
              <pc:sldLayoutMk cId="2010532664" sldId="2147483660"/>
              <ac:spMk id="17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8CBC0-4F16-452F-BE30-2DD295E37756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7FC3B-8E78-43E8-BC2C-D6C0DE82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6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chemeClr val="tx2"/>
                </a:solidFill>
              </a:rPr>
              <a:t>Liberty Mutual Insurance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053266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9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jit5144.github.io/Evergreen-Quote-Capstone-Phase1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E718-87DF-4BA8-8071-FB37CA6CE3C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79105" y="1328987"/>
            <a:ext cx="11275828" cy="21000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Evergreen Insurance – Quoting Platform MVP Delivery Review &amp; Stakeholder Demo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54F8-A19C-48B5-AF6D-05938204FBC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6620" y="5110702"/>
            <a:ext cx="11036990" cy="409408"/>
          </a:xfrm>
          <a:prstGeom prst="rect">
            <a:avLst/>
          </a:prstGeom>
        </p:spPr>
        <p:txBody>
          <a:bodyPr/>
          <a:lstStyle/>
          <a:p>
            <a:fld id="{C34DA598-252B-4D27-B905-1AF3BEDFBF7E}" type="datetime2">
              <a:rPr lang="en-US" smtClean="0"/>
              <a:t>Thursday, July 16, 2026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9F5652D-F955-A49F-49AC-743ABF078A8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6619" y="4713041"/>
            <a:ext cx="11036991" cy="39766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Presented by: Ajit Ranjan Sahu</a:t>
            </a:r>
          </a:p>
        </p:txBody>
      </p:sp>
    </p:spTree>
    <p:extLst>
      <p:ext uri="{BB962C8B-B14F-4D97-AF65-F5344CB8AC3E}">
        <p14:creationId xmlns:p14="http://schemas.microsoft.com/office/powerpoint/2010/main" val="387179850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A37A-1672-1F8F-4C82-299FA9BA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05F59D0-B306-584E-04E6-58D3C8F9267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47873" y="2219360"/>
            <a:ext cx="11036991" cy="1712560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/>
              <a:t>Goals: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Deliver the Evergreen Insurance website with all minimum viable product (MVP) capabilities completed.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Ensure the website is fully functional, with all navigation links operating seamlessly.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Provide users with the ability to receive a quote premium upon entering the required information and selecting Submit.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Make the website available to stakeholders for demonstration and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534A1-D3FB-E939-E01F-698067BA3E05}"/>
              </a:ext>
            </a:extLst>
          </p:cNvPr>
          <p:cNvSpPr txBox="1"/>
          <p:nvPr/>
        </p:nvSpPr>
        <p:spPr>
          <a:xfrm>
            <a:off x="9914382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For Internal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E631273-8DBA-DC19-9CE1-92551BCA5E3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5" y="1338425"/>
            <a:ext cx="11036990" cy="673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Delivery Goals and Outcomes</a:t>
            </a:r>
          </a:p>
        </p:txBody>
      </p:sp>
      <p:sp>
        <p:nvSpPr>
          <p:cNvPr id="11" name="Subtitle 5">
            <a:extLst>
              <a:ext uri="{FF2B5EF4-FFF2-40B4-BE49-F238E27FC236}">
                <a16:creationId xmlns:a16="http://schemas.microsoft.com/office/drawing/2014/main" id="{76E3BEC6-FAF2-28F8-5A94-58D11633FD43}"/>
              </a:ext>
            </a:extLst>
          </p:cNvPr>
          <p:cNvSpPr txBox="1">
            <a:spLocks/>
          </p:cNvSpPr>
          <p:nvPr/>
        </p:nvSpPr>
        <p:spPr>
          <a:xfrm>
            <a:off x="447873" y="4139600"/>
            <a:ext cx="11036991" cy="1922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Outcomes: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600" dirty="0"/>
              <a:t>The Evergreen Insurance quoting platform has been deployed to GitHub Pages and is ready for stakeholder review.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600" dirty="0"/>
              <a:t>The website provides users with the ability to generate and view a premium quote upon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six navigation links have been implemented, tested, and validated to provide a seamless user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Eleven premium calculation test scenarios were executed, with a 100% pass rate.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31481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D7A1-D131-11BE-9984-46CFDD30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AF316A1-4954-7FBC-5CA4-5773D2C0C7F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77504" y="1991475"/>
            <a:ext cx="11036991" cy="4189192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/>
              <a:t>Shipping with MVP: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Quote generation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Premium Calculation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Premium Comparison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Site Navigation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CI/CD Pipeline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GitHub Page deployment</a:t>
            </a:r>
          </a:p>
          <a:p>
            <a:r>
              <a:rPr lang="en-US" sz="1600" b="1" dirty="0"/>
              <a:t>Features Deferred for Post MVP:</a:t>
            </a:r>
          </a:p>
          <a:p>
            <a:pPr marL="742950" lvl="1" indent="-285750" fontAlgn="t">
              <a:buFont typeface="Wingdings" panose="05000000000000000000" pitchFamily="2" charset="2"/>
              <a:buChar char="q"/>
            </a:pPr>
            <a:r>
              <a:rPr lang="en-US" sz="1400" dirty="0"/>
              <a:t>Vulnerability Scanning</a:t>
            </a:r>
          </a:p>
          <a:p>
            <a:pPr marL="742950" lvl="1" indent="-285750" fontAlgn="t">
              <a:buFont typeface="Wingdings" panose="05000000000000000000" pitchFamily="2" charset="2"/>
              <a:buChar char="q"/>
            </a:pPr>
            <a:r>
              <a:rPr lang="en-US" sz="1400" dirty="0"/>
              <a:t>Customer Activity Logging</a:t>
            </a:r>
            <a:endParaRPr lang="en-US" sz="1600" dirty="0"/>
          </a:p>
          <a:p>
            <a:pPr fontAlgn="t"/>
            <a:r>
              <a:rPr lang="en-US" sz="1800" b="1" dirty="0"/>
              <a:t>Demo URL:</a:t>
            </a:r>
          </a:p>
          <a:p>
            <a:pPr marL="742950" lvl="1" indent="-285750" fontAlgn="t">
              <a:buFont typeface="Wingdings" panose="05000000000000000000" pitchFamily="2" charset="2"/>
              <a:buChar char="q"/>
            </a:pPr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https://ajit5144.github.io/Evergreen-Quote-Capstone-Phase1/</a:t>
            </a:r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0BDE5-9211-A802-2F6E-0CABBFD4B001}"/>
              </a:ext>
            </a:extLst>
          </p:cNvPr>
          <p:cNvSpPr txBox="1"/>
          <p:nvPr/>
        </p:nvSpPr>
        <p:spPr>
          <a:xfrm>
            <a:off x="9760548" y="6379111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4BEB2EC-423F-D60E-C809-D05646EC5F0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4" y="1271016"/>
            <a:ext cx="11036990" cy="7204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What is Shipping</a:t>
            </a:r>
          </a:p>
        </p:txBody>
      </p:sp>
    </p:spTree>
    <p:extLst>
      <p:ext uri="{BB962C8B-B14F-4D97-AF65-F5344CB8AC3E}">
        <p14:creationId xmlns:p14="http://schemas.microsoft.com/office/powerpoint/2010/main" val="42212701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554E-FDAA-3C0E-87DF-90E0DA27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CDCA1B5-88E3-864E-7D28-D7ABEAD3CF8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12687" y="2025396"/>
            <a:ext cx="11190825" cy="18653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Testimonials: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Legal approval for the customer testimonials is still pending.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However, a decision was made by the sponsor to retain the testimonial section in order to present a more complete and balanced page layout for the demonstration. 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 implementation was designed to allow the section to be removed easily, if required.</a:t>
            </a:r>
          </a:p>
          <a:p>
            <a:pPr marL="457200" indent="-457200" fontAlgn="auto">
              <a:buFont typeface="Arial" panose="020B0604020202020204" pitchFamily="34" charset="0"/>
              <a:buChar char="•"/>
            </a:pPr>
            <a:endParaRPr lang="en-US" sz="1600" dirty="0"/>
          </a:p>
          <a:p>
            <a:pPr fontAlgn="auto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421D8-3088-B39D-612A-B78C91ABB668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55A41B5-11AB-208A-9BF4-337822DD5CB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3" y="1207014"/>
            <a:ext cx="11036990" cy="64007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sz="4000" dirty="0"/>
              <a:t>Key Delivery Decisions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EF1D7A0-AFF3-A706-7D58-EF7791E66657}"/>
              </a:ext>
            </a:extLst>
          </p:cNvPr>
          <p:cNvSpPr txBox="1">
            <a:spLocks/>
          </p:cNvSpPr>
          <p:nvPr/>
        </p:nvSpPr>
        <p:spPr>
          <a:xfrm>
            <a:off x="447871" y="3890771"/>
            <a:ext cx="11320455" cy="21122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Compare Plans in </a:t>
            </a:r>
            <a:r>
              <a:rPr lang="en-US"/>
              <a:t>Navigation Enhancement: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This was a late-stage request, and the initial plan was to introduce a work-in-progress page so the team could add the content after MVP delivery.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The technology team identified a potential risk to customer acquisition with that approach.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As a result, the team decided to implement the functionality using the existing Home page logic.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Because the Home page logic had already been tested, the implementation risk was considered minimal.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71241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5962-07D0-FB77-84D5-72583468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26855A7-F134-9D22-599D-55EEDABFE987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91CB06-7E81-E2D2-B5D7-78A0381C801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5" y="1335024"/>
            <a:ext cx="11036990" cy="83933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Risks and Injects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70112936-A224-6F51-D363-86DC6C153BEC}"/>
              </a:ext>
            </a:extLst>
          </p:cNvPr>
          <p:cNvSpPr txBox="1">
            <a:spLocks/>
          </p:cNvSpPr>
          <p:nvPr/>
        </p:nvSpPr>
        <p:spPr>
          <a:xfrm>
            <a:off x="577504" y="3657540"/>
            <a:ext cx="11036991" cy="22220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Injects: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u="sng" dirty="0"/>
              <a:t>Inject 1</a:t>
            </a:r>
            <a:r>
              <a:rPr lang="en-US" sz="1600" b="1" dirty="0"/>
              <a:t>:</a:t>
            </a:r>
            <a:r>
              <a:rPr lang="en-US" sz="1600" dirty="0"/>
              <a:t> The Compare Plan navigation link and customer testimonials have been fully implemented and are now clearly visible in the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Inject 2</a:t>
            </a:r>
            <a:r>
              <a:rPr lang="en-US" sz="1600" b="1" dirty="0"/>
              <a:t>:</a:t>
            </a:r>
            <a:r>
              <a:rPr lang="en-US" sz="1600" dirty="0"/>
              <a:t> Production issue investigated; additional telemetry and tracing were implemented to improve diagnosis and reduce recovery time.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u="sng" dirty="0"/>
              <a:t>Inject 3</a:t>
            </a:r>
            <a:r>
              <a:rPr lang="en-US" sz="1600" b="1" dirty="0"/>
              <a:t>:</a:t>
            </a:r>
            <a:r>
              <a:rPr lang="en-US" sz="1600" dirty="0"/>
              <a:t> The CI configuration was enhanced to ensure the missing data requested by Operations is now displayed.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All updates and supporting details have been captured in the project board for reference.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66B63-E9AA-4B54-332F-21C197BC2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77134"/>
              </p:ext>
            </p:extLst>
          </p:nvPr>
        </p:nvGraphicFramePr>
        <p:xfrm>
          <a:off x="682752" y="2307872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48933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474453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7078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9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Vulnerability Scan 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Complete post-MVP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8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Logging Not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Complete post-MVP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20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0448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0498-3B52-DFB7-9919-53AD7614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DD04A74-BD15-3DD4-43FF-30279B8905E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77506" y="2651045"/>
            <a:ext cx="11036991" cy="1299163"/>
          </a:xfrm>
          <a:prstGeom prst="rect">
            <a:avLst/>
          </a:prstGeom>
        </p:spPr>
        <p:txBody>
          <a:bodyPr/>
          <a:lstStyle/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Build the CI pipeline alongside development, incorporating the necessary validations from the outset.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 dirty="0"/>
              <a:t>Add premium validation test cases and run them on every push, rather than deferring execution until the final push.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Design shared reusable components before page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Introduce vulnerability scanning earlier in the development lifecycle.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421B0-E5E8-25C2-5A52-0CADD63E1FB7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5FD3B69-A848-4957-6785-62B2F2FFDF5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77506" y="1298448"/>
            <a:ext cx="11036990" cy="8301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What I’d do differently next time</a:t>
            </a:r>
          </a:p>
        </p:txBody>
      </p:sp>
    </p:spTree>
    <p:extLst>
      <p:ext uri="{BB962C8B-B14F-4D97-AF65-F5344CB8AC3E}">
        <p14:creationId xmlns:p14="http://schemas.microsoft.com/office/powerpoint/2010/main" val="27020634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D162-FC6E-A479-5568-07C88019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2A3E0D-68B9-076C-C2E7-316D669E2090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187E123-6EEE-2BB3-9CD6-477310993F3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88985" y="1204160"/>
            <a:ext cx="11036990" cy="673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200" dirty="0"/>
              <a:t>Sample Screenshot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1458B-536A-51C8-D8F6-CC5B0BEC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9" y="1877415"/>
            <a:ext cx="8531352" cy="43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174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8B49-0CDE-1357-200A-7DA55EB6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F08C2A4-3DAA-3B5E-409C-E27D97C75341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359C83-AF9F-71B4-282A-A4FE3BADD4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88985" y="1204160"/>
            <a:ext cx="11036990" cy="6732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200" dirty="0"/>
              <a:t>Sample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19EEA-97E7-5963-1315-FF448861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5" y="1761681"/>
            <a:ext cx="5102353" cy="4483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C8E26-65DC-6BEE-B96D-209A876F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07435"/>
            <a:ext cx="5431536" cy="4483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4EDEDE-4280-A862-6DC8-94544BFB4F56}"/>
              </a:ext>
            </a:extLst>
          </p:cNvPr>
          <p:cNvSpPr txBox="1"/>
          <p:nvPr/>
        </p:nvSpPr>
        <p:spPr>
          <a:xfrm>
            <a:off x="3047238" y="3321278"/>
            <a:ext cx="60944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581635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2F50-237A-7F81-E069-C70A4FA6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A0999C-66D5-39E7-95A6-1CD3991B60E6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20B018-A1BF-C4D8-48DD-536124685EE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58049" y="1528964"/>
            <a:ext cx="11036990" cy="74789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Key Takeaways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4BFBE08F-45D1-62E3-9DB2-FAEE48CC97B2}"/>
              </a:ext>
            </a:extLst>
          </p:cNvPr>
          <p:cNvSpPr txBox="1">
            <a:spLocks/>
          </p:cNvSpPr>
          <p:nvPr/>
        </p:nvSpPr>
        <p:spPr>
          <a:xfrm>
            <a:off x="358049" y="2680990"/>
            <a:ext cx="11036991" cy="20190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MVP Delivered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GitHub Deployment Completed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Premium Quote Engine Operational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11 Test Scenarios Passed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Compare Plans Enhancement Delivered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Ready for Stakeholder Feedback</a:t>
            </a:r>
          </a:p>
        </p:txBody>
      </p:sp>
    </p:spTree>
    <p:extLst>
      <p:ext uri="{BB962C8B-B14F-4D97-AF65-F5344CB8AC3E}">
        <p14:creationId xmlns:p14="http://schemas.microsoft.com/office/powerpoint/2010/main" val="151483429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3462-622A-8957-23E4-418D3509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5B9118-44DD-AE0D-0C5A-39C7D7F8CDBC}"/>
              </a:ext>
            </a:extLst>
          </p:cNvPr>
          <p:cNvSpPr txBox="1"/>
          <p:nvPr/>
        </p:nvSpPr>
        <p:spPr>
          <a:xfrm>
            <a:off x="9630918" y="6397399"/>
            <a:ext cx="18539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Internal Use only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FB1E871-00A4-9430-3A07-ED752E4F001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87233" y="2681108"/>
            <a:ext cx="11036990" cy="7478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0012866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573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Segoe UI</vt:lpstr>
      <vt:lpstr>Wingdings</vt:lpstr>
      <vt:lpstr>Office Theme</vt:lpstr>
      <vt:lpstr>Evergreen Insurance – Quoting Platform MVP Delivery Review &amp; Stakeholder Demo</vt:lpstr>
      <vt:lpstr>Delivery Goals and Outcomes</vt:lpstr>
      <vt:lpstr>What is Shipping</vt:lpstr>
      <vt:lpstr>Key Delivery Decisions</vt:lpstr>
      <vt:lpstr>Risks and Injects</vt:lpstr>
      <vt:lpstr>What I’d do differently next time</vt:lpstr>
      <vt:lpstr>Sample Screenshot</vt:lpstr>
      <vt:lpstr>Sample Screenshot</vt:lpstr>
      <vt:lpstr>Key Takeaways</vt:lpstr>
      <vt:lpstr>Q&amp;A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Sahu, Ajit Ranjan</dc:creator>
  <cp:lastModifiedBy>Sahu, Ajit Ranjan</cp:lastModifiedBy>
  <cp:revision>1</cp:revision>
  <dcterms:created xsi:type="dcterms:W3CDTF">2026-07-15T22:05:57Z</dcterms:created>
  <dcterms:modified xsi:type="dcterms:W3CDTF">2026-07-16T16:18:16Z</dcterms:modified>
</cp:coreProperties>
</file>